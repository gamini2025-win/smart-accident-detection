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9B0E-EBB6-E494-0C5B-F53DFCB22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1D678-89BB-4832-CA66-A40CA72EE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65EE2-8ADC-7AE7-7CF3-552AC7C1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57CFA-10D3-B7A2-28D0-8074455C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58906-2189-BD1D-F474-64D2323B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78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8EFA-85BC-51A8-5D5D-CB39048A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5C980-7CE8-3C89-8CCC-3282261F1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4FE24-367E-A53F-98E8-AD197F35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D5D25-2660-543E-0A42-D54B66D8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2A85E-1947-7386-AE5F-3C12E91D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68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6814-FD61-A5DB-52F8-5FCEDAD4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87F01-C5F3-EC90-77B1-8F6743CAE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95D58-DEFE-5813-31B0-3029B10D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DD45A-99F8-9557-E792-8B7DF7804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53A6F-0874-93DC-FA95-FA3FF486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88D3-EED4-0417-A663-BABBDDF4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AD618-8EAA-3BF3-78DE-FD5297F1E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DB207-B78A-7312-ADB8-20FD3E82B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564AC-FB52-7DCD-94C4-53E44AA4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38BE6-33FF-6064-0044-B9FEDCF8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4DF46-04FA-69A5-01DE-88A9C0C6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1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D0D0-BA2A-EFE8-59A3-027B67F8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1B9B4-AF10-A8EC-F103-A91144F6E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B4648-B864-A3A3-9780-510742003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0106F-C137-B74A-810F-D69795949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688F8-BF5D-EA9F-37CA-959FFFDA8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E5FAA6-CBA1-DCE7-CCA3-71FFEE2E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FAB42-B5A4-1FE4-C945-7D8DBA72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8BB6D9-3406-C01B-BE09-12FCAEFB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1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D869-58A3-7A1C-A8A3-C6FB1B13F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A5811-0CC0-94DE-F60B-57549C66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C5060-CA0E-6634-ACF3-71346E43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0264E-B3A8-4E51-FE32-1187ED33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5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8A808E-6744-2E2F-199B-A1365B16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E98B6-3601-93F2-EB97-8F6987A6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971D1-9C59-D58C-3166-84C77BD0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D6C0-7EF8-89D7-7705-BA6334D9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B4280-BDF2-47EB-F089-9F8AF8D06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2D5F2-C0CE-B2F3-2C75-4E4A27CB3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D5388-E573-2878-7F4C-B9501D9F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FEEBF-5DF2-85B0-0F42-4947E79D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C711A-5EB1-714C-3710-167EB757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317F-DDA0-1868-F41F-595E7580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91640-D012-CF0E-1040-ED8A2DE81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5252B-AE8F-1F24-F4E9-FA1EA1688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A1C8D-19C3-3556-5683-6826CF66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025D1-381C-DAA2-9FA2-0E7B796E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7292E-A070-D277-2A31-F4CBAF80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7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37C62-4F34-26B5-3DA5-A9D70F55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957CD-61BB-CEF6-495D-F963D59D1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4F5AC-11B0-D448-E848-EC6CC6A3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D7A57-1FE1-99B2-7AAC-9A53EE66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A5B82-2832-376A-8099-8650DDE2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4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1279B3-7A09-8C00-48DE-C331A7E70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2DCFF-D36D-21CE-60E9-3B0F08516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9997F-0D0F-D109-7562-3577A271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E2173-D75A-F4BF-BB4A-85F2826AE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75AC9-45E3-2C18-EC65-76E64527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0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5EB5D-3E8E-725D-EF7C-6ED8434E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11C1C-065B-3BD5-215C-48A07E3C5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4316-26B5-6D34-BFD3-58FA144D9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BFFA1-4A2B-2C9D-349E-4AE9FE561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5ABEA-6B81-26E0-0DA5-66C0AAF50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4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Accident and Vehicle Rollover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19456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Using Arduino, MPU9250 (Accelerometer + Gyroscope) and 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291840"/>
            <a:ext cx="113364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dirty="0"/>
              <a:t>Gamini M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 accidents cause major injuries and fatalities worldwide.</a:t>
            </a:r>
          </a:p>
          <a:p>
            <a:r>
              <a:t>Quick accident detection can help provide faster emergency response.</a:t>
            </a:r>
          </a:p>
          <a:p>
            <a:r>
              <a:t>This project detects vehicle accidents and rollovers automatically.</a:t>
            </a:r>
          </a:p>
          <a:p>
            <a:r>
              <a:t>The MPU9250 sensor measures acceleration and rotation to detect abnormal motion.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accidents are not reported immediately after they occur.</a:t>
            </a:r>
          </a:p>
          <a:p>
            <a:r>
              <a:t>Emergency services may take longer to reach the accident location.</a:t>
            </a:r>
          </a:p>
          <a:p>
            <a:r>
              <a:t>Manual reporting depends on witnesses or drivers.</a:t>
            </a:r>
          </a:p>
          <a:p>
            <a:r>
              <a:t>An automated system can quickly detect accidents and provide location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9744543" cy="4351338"/>
          </a:xfrm>
        </p:spPr>
        <p:txBody>
          <a:bodyPr>
            <a:normAutofit/>
          </a:bodyPr>
          <a:lstStyle/>
          <a:p>
            <a:r>
              <a:rPr sz="2800" dirty="0"/>
              <a:t>Detect vehicle accidents using accelerometer data.</a:t>
            </a:r>
          </a:p>
          <a:p>
            <a:r>
              <a:rPr sz="2800" dirty="0"/>
              <a:t>Detect vehicle rollover using gyroscope tilt angles.</a:t>
            </a:r>
          </a:p>
          <a:p>
            <a:r>
              <a:rPr sz="2800" dirty="0"/>
              <a:t>Provide real-time location using GPS module.</a:t>
            </a:r>
          </a:p>
          <a:p>
            <a:r>
              <a:rPr sz="2800" dirty="0"/>
              <a:t>Generate alerts using buzzer and 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Arduino UNO</a:t>
            </a:r>
          </a:p>
          <a:p>
            <a:r>
              <a:rPr sz="3200" dirty="0"/>
              <a:t>MPU9250 Sensor (Accelerometer + Gyroscope)</a:t>
            </a:r>
          </a:p>
          <a:p>
            <a:r>
              <a:rPr sz="3200" dirty="0"/>
              <a:t>GPS Module</a:t>
            </a:r>
          </a:p>
          <a:p>
            <a:r>
              <a:rPr sz="3200" dirty="0"/>
              <a:t>Buzzer</a:t>
            </a:r>
          </a:p>
          <a:p>
            <a:r>
              <a:rPr sz="3200" dirty="0"/>
              <a:t>LED Indicator</a:t>
            </a:r>
          </a:p>
          <a:p>
            <a:r>
              <a:rPr sz="3200" dirty="0"/>
              <a:t>Power Supply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011680" cy="1280160"/>
          </a:xfrm>
          <a:prstGeom prst="roundRect">
            <a:avLst/>
          </a:prstGeom>
          <a:solidFill>
            <a:srgbClr val="B4D2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MPU9250</a:t>
            </a:r>
          </a:p>
          <a:p>
            <a:r>
              <a:t>Accelerometer + Gyroscope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743200"/>
            <a:ext cx="2011680" cy="1280160"/>
          </a:xfrm>
          <a:prstGeom prst="roundRect">
            <a:avLst/>
          </a:prstGeom>
          <a:solidFill>
            <a:srgbClr val="B4D2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Arduino UNO</a:t>
            </a:r>
          </a:p>
          <a:p>
            <a:r>
              <a:t>Processing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338328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46320" y="2743200"/>
            <a:ext cx="2011680" cy="1280160"/>
          </a:xfrm>
          <a:prstGeom prst="roundRect">
            <a:avLst/>
          </a:prstGeom>
          <a:solidFill>
            <a:srgbClr val="B4D2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Accident / Rollover 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338328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9440" y="2743200"/>
            <a:ext cx="2011680" cy="1280160"/>
          </a:xfrm>
          <a:prstGeom prst="roundRect">
            <a:avLst/>
          </a:prstGeom>
          <a:solidFill>
            <a:srgbClr val="B4D2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GPS Module</a:t>
            </a:r>
          </a:p>
          <a:p>
            <a:r>
              <a:t>Location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66559" y="3383280"/>
            <a:ext cx="1828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52560" y="2743200"/>
            <a:ext cx="2011680" cy="1280160"/>
          </a:xfrm>
          <a:prstGeom prst="roundRect">
            <a:avLst/>
          </a:prstGeom>
          <a:solidFill>
            <a:srgbClr val="B4D2FF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Buzzer + LED Alert</a:t>
            </a:r>
          </a:p>
          <a:p>
            <a:r>
              <a:t>Serial Monitor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338328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circuit board with wires connected to a car&#10;&#10;AI-generated content may be incorrect.">
            <a:extLst>
              <a:ext uri="{FF2B5EF4-FFF2-40B4-BE49-F238E27FC236}">
                <a16:creationId xmlns:a16="http://schemas.microsoft.com/office/drawing/2014/main" id="{3E61DD52-DA68-AFC8-02EC-C5C1C0610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730" y="4206240"/>
            <a:ext cx="7118829" cy="26517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E84641-A329-E650-DA42-4801DBAF46C1}"/>
              </a:ext>
            </a:extLst>
          </p:cNvPr>
          <p:cNvSpPr txBox="1"/>
          <p:nvPr/>
        </p:nvSpPr>
        <p:spPr>
          <a:xfrm>
            <a:off x="2128603" y="809468"/>
            <a:ext cx="8319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WORKING ARCHITECTURE OF THE PROPOSED SYSTEM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10104307" cy="4351338"/>
          </a:xfrm>
        </p:spPr>
        <p:txBody>
          <a:bodyPr>
            <a:noAutofit/>
          </a:bodyPr>
          <a:lstStyle/>
          <a:p>
            <a:r>
              <a:rPr sz="3200" dirty="0"/>
              <a:t>The MPU9250 sensor continuously measures acceleration and angular motion.</a:t>
            </a:r>
          </a:p>
          <a:p>
            <a:r>
              <a:rPr sz="3200" dirty="0"/>
              <a:t>Arduino calculates total acceleration and vehicle tilt angles.</a:t>
            </a:r>
          </a:p>
          <a:p>
            <a:r>
              <a:rPr sz="3200" dirty="0"/>
              <a:t>If acceleration exceeds threshold, an accident is detected.</a:t>
            </a:r>
          </a:p>
          <a:p>
            <a:r>
              <a:rPr sz="3200" dirty="0"/>
              <a:t>If roll or pitch exceeds 60°, rollover is detected.</a:t>
            </a:r>
          </a:p>
          <a:p>
            <a:r>
              <a:rPr sz="3200" dirty="0"/>
              <a:t>GPS module provides the exact location of the accident.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an accident or rollover occurs, buzzer and LED are activated.</a:t>
            </a:r>
          </a:p>
          <a:p>
            <a:r>
              <a:t>GPS location is printed on the serial monitor.</a:t>
            </a:r>
          </a:p>
          <a:p>
            <a:r>
              <a:t>A Google Maps link is generated using the coordinates.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GSM module can be integrated in future.</a:t>
            </a:r>
          </a:p>
          <a:p>
            <a:r>
              <a:t>It will automatically send SMS alerts with location to emergency contacts.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15AAE0-4588-DD28-0F4A-3D5484E42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348" y="3072984"/>
            <a:ext cx="7195278" cy="3404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Main Detection Logic (Code Snippet)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/>
              <a:t>totalAcc = sqrt(AccX*AccX + AccY*AccY + AccZ*AccZ);</a:t>
            </a:r>
          </a:p>
          <a:p>
            <a:endParaRPr sz="1800"/>
          </a:p>
          <a:p>
            <a:r>
              <a:rPr sz="1800"/>
              <a:t>roll  = atan2(AccY, AccZ) * 180 / PI;</a:t>
            </a:r>
          </a:p>
          <a:p>
            <a:r>
              <a:rPr sz="1800"/>
              <a:t>pitch = atan2(-AccX, sqrt(AccY*AccY + AccZ*AccZ)) * 180 / PI;</a:t>
            </a:r>
          </a:p>
          <a:p>
            <a:endParaRPr sz="1800"/>
          </a:p>
          <a:p>
            <a:r>
              <a:rPr sz="1800"/>
              <a:t>if(totalAcc &gt; accidentThreshold)</a:t>
            </a:r>
          </a:p>
          <a:p>
            <a:r>
              <a:rPr sz="1800"/>
              <a:t>{</a:t>
            </a:r>
          </a:p>
          <a:p>
            <a:r>
              <a:rPr sz="1800"/>
              <a:t>  Serial.println("ACCIDENT DETECTED");</a:t>
            </a:r>
          </a:p>
          <a:p>
            <a:r>
              <a:rPr sz="1800"/>
              <a:t>  triggerAlert();</a:t>
            </a:r>
          </a:p>
          <a:p>
            <a:r>
              <a:rPr sz="1800"/>
              <a:t>}</a:t>
            </a:r>
          </a:p>
          <a:p>
            <a:endParaRPr sz="1800"/>
          </a:p>
          <a:p>
            <a:r>
              <a:rPr sz="1800"/>
              <a:t>if(abs(roll) &gt; rolloverAngle || abs(pitch) &gt; rolloverAngle)</a:t>
            </a:r>
          </a:p>
          <a:p>
            <a:r>
              <a:rPr sz="1800"/>
              <a:t>{</a:t>
            </a:r>
          </a:p>
          <a:p>
            <a:r>
              <a:rPr sz="1800"/>
              <a:t>  Serial.println("VEHICLE ROLLOVER DETECTED");</a:t>
            </a:r>
          </a:p>
          <a:p>
            <a:r>
              <a:rPr sz="1800"/>
              <a:t>  triggerAlert();</a:t>
            </a:r>
          </a:p>
          <a:p>
            <a:r>
              <a:rPr sz="1800"/>
              <a:t>}</a:t>
            </a:r>
          </a:p>
          <a:p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7FF9AC-69AC-45A2-0374-F12767BA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2" y="194872"/>
            <a:ext cx="3642610" cy="37625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47C829-63D8-A9D0-9E9A-120F893E5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2" y="3957403"/>
            <a:ext cx="3642610" cy="29005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BEA248-4319-A88E-26D6-1BEB3C2BC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187" y="194873"/>
            <a:ext cx="4032354" cy="3234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8F7840-C22B-CA30-0DA2-AC0D04EBB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7187" y="3429001"/>
            <a:ext cx="4032354" cy="33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1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BA90F-E608-C491-3530-4BD6CDB6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2" y="149903"/>
            <a:ext cx="4242217" cy="35076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224508-38C3-B710-015B-C5FFE3602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2" y="3657599"/>
            <a:ext cx="4242217" cy="3050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25488A-9790-8573-35DD-0E6D81CED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764" y="149903"/>
            <a:ext cx="3807502" cy="641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09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detects both collisions and vehicle rollovers.</a:t>
            </a:r>
          </a:p>
          <a:p>
            <a:r>
              <a:t>It provides location information using GPS.</a:t>
            </a:r>
          </a:p>
          <a:p>
            <a:r>
              <a:t>This technology can help reduce emergency response time and improve road safety.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423</Words>
  <Application>Microsoft Office PowerPoint</Application>
  <PresentationFormat>On-screen Show (4:3)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Office Theme</vt:lpstr>
      <vt:lpstr>PowerPoint Presentation</vt:lpstr>
      <vt:lpstr>Introduction</vt:lpstr>
      <vt:lpstr>Problem Statement</vt:lpstr>
      <vt:lpstr>Objectives</vt:lpstr>
      <vt:lpstr>Components Used</vt:lpstr>
      <vt:lpstr>PowerPoint Presentation</vt:lpstr>
      <vt:lpstr>Working Principle</vt:lpstr>
      <vt:lpstr>Output</vt:lpstr>
      <vt:lpstr>Future Enhancement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Gamini M</dc:creator>
  <cp:keywords/>
  <dc:description>generated using python-pptx</dc:description>
  <cp:lastModifiedBy>Gamini M</cp:lastModifiedBy>
  <cp:revision>3</cp:revision>
  <dcterms:created xsi:type="dcterms:W3CDTF">2013-01-27T09:14:16Z</dcterms:created>
  <dcterms:modified xsi:type="dcterms:W3CDTF">2026-05-26T16:30:07Z</dcterms:modified>
  <cp:category/>
</cp:coreProperties>
</file>